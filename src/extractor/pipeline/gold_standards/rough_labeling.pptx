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3"/>
  </p:normalViewPr>
  <p:slideViewPr>
    <p:cSldViewPr snapToGrid="0" showGuides="1">
      <p:cViewPr>
        <p:scale>
          <a:sx n="135" d="100"/>
          <a:sy n="135" d="100"/>
        </p:scale>
        <p:origin x="14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0A05-2D17-280A-9381-2C5A6CE0D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E1CA4-008A-4D79-6E49-8F04C3A07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99AE9-38E8-716C-38C3-75494160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15857-896A-4845-9E00-B31BAA4B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7932F-8951-6BC4-06B2-C621FD02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9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FC61-7355-ACA0-2DF0-FF219533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443F8-5859-3990-81F7-CDB4D17B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8AAC-8F2A-9486-F9FB-18E79A49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CA42D-E90E-0700-91E7-73F29920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770D2-6BF2-66A4-63F5-7FA4F526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0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4661-08A7-6E18-12B9-B481E429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25BB2-B915-9EC6-6D73-90D9A892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8BC7-0948-3551-2341-4A97A6EC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17942-9907-9C37-884C-7778A45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338A-FB68-B332-0544-AF975316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7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8453-E965-21E2-4C6E-06713BD4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84DF-A7E9-449B-C016-5AADD2649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26A57-9E32-C34E-6B4D-4F60FEC8C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B461A-5EED-7422-0A1C-7E0776A6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F0310-764C-4758-98CC-CA525E1B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2DA47-DA8E-0F58-493A-C38809EB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9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1F42-4FFE-5ACE-9861-5C6F692F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0B4B3-1E72-48E4-3964-42113AC0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E19F9-2C7D-C2B1-783D-13F463519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73D01-87BC-6EDA-A542-F52DC7FBD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1B429-E530-4DF2-DA3D-20AE7C073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70E43-407B-BC26-096C-0929ABC7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E5618-EF0A-F2DD-E691-A80F72E2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0F88F-47D0-A2CD-5C96-36139C58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F21D-AB7A-75EC-3CAB-9184CCB2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2C96F-AEA0-BDE7-CA89-469B8662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C30DB-F340-80D3-DCEE-56A3A6F5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73B90-185E-080B-30C7-CEA02E3C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3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9C6B7-AEC7-DD42-AF41-D48BBA40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02B15-9554-8E9C-9FC5-7AAA1C72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634D2-FEBD-62BB-1898-4A4B81F4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3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110B-E7A8-99B3-956E-3C097D9C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A7F1-CB7C-6947-E28F-551D3D5F1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60F01-0C85-3291-893E-F420B944E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96B28-9917-95E7-2BDD-9DDC5FCAD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F0AB6-18F0-DB15-ECA7-CC89C782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973B2-0DF6-7425-EA7B-D2276908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2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A23A-52C2-B3BF-84F2-BCC545CC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3258E-C4E2-F540-098D-506FC371F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9F8EE-0997-98A1-BF17-DA51FB0BF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45F34-BA31-254D-C83E-940AF1B8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A5027-F735-D1B2-2FB0-F7FC2318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88EE0-1329-67F6-7285-D35B799E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7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50FB-CAFC-7C26-DEA5-FB08096B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19004-3290-EA22-7C51-8F0433B1E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4912-30C2-85AE-E66C-DDE81B04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6ED0-DDAE-E29D-45FD-A9D6DFD7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10F45-4BAF-D5FD-F529-B47A392B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9151B-9DFF-F7F5-7C82-D45219DB9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4D2F0-A2F7-CF5F-C55E-A915FC1CD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671C6-0648-FE7E-BF41-66CE411F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C3C37-8A11-CF25-9926-C678201D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623D0-0510-2867-40A7-56352B00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6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95495-7FEA-81EF-9D8F-72EDA458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876D6-ACF2-AF38-9DBC-A2715257A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56C0C-3F40-6FC8-3210-BB3F6FA64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670ED-9602-7347-9B4E-76C9228225D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65972-9AB2-49B0-DD57-3D9D30CA1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8B5C3-D298-34E0-65D4-3DB3E9DE6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E6C1F-D73D-CC4D-8439-91F50CC71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1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document&#10;&#10;Description automatically generated">
            <a:extLst>
              <a:ext uri="{FF2B5EF4-FFF2-40B4-BE49-F238E27FC236}">
                <a16:creationId xmlns:a16="http://schemas.microsoft.com/office/drawing/2014/main" id="{3A3BE7AF-6E41-9821-C789-319689138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124" y="245327"/>
            <a:ext cx="4920222" cy="6367346"/>
          </a:xfrm>
          <a:prstGeom prst="rect">
            <a:avLst/>
          </a:prstGeom>
          <a:solidFill>
            <a:srgbClr val="C00000">
              <a:alpha val="18431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541A52-0288-2F8B-DBE5-AFCF899397BE}"/>
              </a:ext>
            </a:extLst>
          </p:cNvPr>
          <p:cNvSpPr txBox="1"/>
          <p:nvPr/>
        </p:nvSpPr>
        <p:spPr>
          <a:xfrm>
            <a:off x="734271" y="795129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Section header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44CC1F-AC70-D552-AF26-E722412EEE68}"/>
              </a:ext>
            </a:extLst>
          </p:cNvPr>
          <p:cNvSpPr txBox="1"/>
          <p:nvPr/>
        </p:nvSpPr>
        <p:spPr>
          <a:xfrm>
            <a:off x="734271" y="1162214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Text block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1FEA5-9700-8FC5-80CE-F74CB1B43680}"/>
              </a:ext>
            </a:extLst>
          </p:cNvPr>
          <p:cNvSpPr txBox="1"/>
          <p:nvPr/>
        </p:nvSpPr>
        <p:spPr>
          <a:xfrm>
            <a:off x="734271" y="2831988"/>
            <a:ext cx="592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E267F-D9A5-79C4-CFA1-A62AE1FEB0B0}"/>
              </a:ext>
            </a:extLst>
          </p:cNvPr>
          <p:cNvSpPr txBox="1"/>
          <p:nvPr/>
        </p:nvSpPr>
        <p:spPr>
          <a:xfrm>
            <a:off x="734271" y="4224763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Text block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50684-71BD-7B0A-0795-2AC41100BC8D}"/>
              </a:ext>
            </a:extLst>
          </p:cNvPr>
          <p:cNvSpPr txBox="1"/>
          <p:nvPr/>
        </p:nvSpPr>
        <p:spPr>
          <a:xfrm>
            <a:off x="734271" y="4981462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45A4B-1201-0A89-201B-0F210801B21C}"/>
              </a:ext>
            </a:extLst>
          </p:cNvPr>
          <p:cNvSpPr/>
          <p:nvPr/>
        </p:nvSpPr>
        <p:spPr>
          <a:xfrm>
            <a:off x="2515974" y="795129"/>
            <a:ext cx="2329732" cy="276999"/>
          </a:xfrm>
          <a:prstGeom prst="rect">
            <a:avLst/>
          </a:prstGeom>
          <a:solidFill>
            <a:srgbClr val="C00000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269CE3-B9A5-16D3-89E0-9F2C742F805C}"/>
              </a:ext>
            </a:extLst>
          </p:cNvPr>
          <p:cNvSpPr/>
          <p:nvPr/>
        </p:nvSpPr>
        <p:spPr>
          <a:xfrm>
            <a:off x="2515973" y="1162214"/>
            <a:ext cx="3957099" cy="1669774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B2E253-B976-8745-F7BD-0EB765819E6A}"/>
              </a:ext>
            </a:extLst>
          </p:cNvPr>
          <p:cNvSpPr/>
          <p:nvPr/>
        </p:nvSpPr>
        <p:spPr>
          <a:xfrm>
            <a:off x="2515974" y="2913988"/>
            <a:ext cx="3957099" cy="1310775"/>
          </a:xfrm>
          <a:prstGeom prst="rect">
            <a:avLst/>
          </a:prstGeom>
          <a:solidFill>
            <a:schemeClr val="accent5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B6EBD8-667E-03AF-A3B9-1A3EDAA5BE1D}"/>
              </a:ext>
            </a:extLst>
          </p:cNvPr>
          <p:cNvSpPr/>
          <p:nvPr/>
        </p:nvSpPr>
        <p:spPr>
          <a:xfrm>
            <a:off x="2515972" y="4285074"/>
            <a:ext cx="3957099" cy="787858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DE28B7-0D4B-3559-EF64-209B764D99A9}"/>
              </a:ext>
            </a:extLst>
          </p:cNvPr>
          <p:cNvSpPr/>
          <p:nvPr/>
        </p:nvSpPr>
        <p:spPr>
          <a:xfrm>
            <a:off x="2515971" y="5106720"/>
            <a:ext cx="3957099" cy="787858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26D147-A62B-D323-DDD5-481B0BE68120}"/>
              </a:ext>
            </a:extLst>
          </p:cNvPr>
          <p:cNvSpPr txBox="1"/>
          <p:nvPr/>
        </p:nvSpPr>
        <p:spPr>
          <a:xfrm>
            <a:off x="7026989" y="5247338"/>
            <a:ext cx="3202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dirty="0"/>
          </a:p>
          <a:p>
            <a:r>
              <a:rPr lang="en-US" sz="800" dirty="0"/>
              <a:t>["Signal", "IO", "Description", "Connection", "Type"]</a:t>
            </a:r>
          </a:p>
          <a:p>
            <a:r>
              <a:rPr lang="en-US" sz="800" dirty="0"/>
              <a:t> 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D9584B-3B82-C781-62F3-B4E80F7205C5}"/>
              </a:ext>
            </a:extLst>
          </p:cNvPr>
          <p:cNvSpPr/>
          <p:nvPr/>
        </p:nvSpPr>
        <p:spPr>
          <a:xfrm>
            <a:off x="6990917" y="245327"/>
            <a:ext cx="3906469" cy="636734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7BC490-A75E-8EF3-CF9F-2077CB2DD828}"/>
              </a:ext>
            </a:extLst>
          </p:cNvPr>
          <p:cNvSpPr txBox="1"/>
          <p:nvPr/>
        </p:nvSpPr>
        <p:spPr>
          <a:xfrm>
            <a:off x="7933315" y="-67443"/>
            <a:ext cx="63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A7D835-E37C-AA2B-F8A4-4A2BA76298E8}"/>
              </a:ext>
            </a:extLst>
          </p:cNvPr>
          <p:cNvSpPr txBox="1"/>
          <p:nvPr/>
        </p:nvSpPr>
        <p:spPr>
          <a:xfrm>
            <a:off x="3372313" y="-57900"/>
            <a:ext cx="63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831D50-8E69-CD4F-0650-29A72D8E66B7}"/>
              </a:ext>
            </a:extLst>
          </p:cNvPr>
          <p:cNvSpPr txBox="1"/>
          <p:nvPr/>
        </p:nvSpPr>
        <p:spPr>
          <a:xfrm>
            <a:off x="929592" y="-64708"/>
            <a:ext cx="95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97B0E0-CE8F-9CB3-DBFB-745DB893A5DA}"/>
              </a:ext>
            </a:extLst>
          </p:cNvPr>
          <p:cNvSpPr/>
          <p:nvPr/>
        </p:nvSpPr>
        <p:spPr>
          <a:xfrm>
            <a:off x="688158" y="245328"/>
            <a:ext cx="1237396" cy="636734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33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93E6-CAC5-44A0-6B0A-6EF1075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A00CB5-DA04-2D55-1F53-A8C5B6E7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2" y="893508"/>
            <a:ext cx="3918487" cy="50709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5A3916-762A-B4B3-7E5A-63C9F05E4CE7}"/>
              </a:ext>
            </a:extLst>
          </p:cNvPr>
          <p:cNvSpPr txBox="1"/>
          <p:nvPr/>
        </p:nvSpPr>
        <p:spPr>
          <a:xfrm>
            <a:off x="502958" y="3889511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06CE7-8AB0-5ACB-318A-421AEBD0D5E7}"/>
              </a:ext>
            </a:extLst>
          </p:cNvPr>
          <p:cNvSpPr txBox="1"/>
          <p:nvPr/>
        </p:nvSpPr>
        <p:spPr>
          <a:xfrm>
            <a:off x="794335" y="1333815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B816A-63FB-4EB6-5105-22E4C6E83C9D}"/>
              </a:ext>
            </a:extLst>
          </p:cNvPr>
          <p:cNvSpPr/>
          <p:nvPr/>
        </p:nvSpPr>
        <p:spPr>
          <a:xfrm>
            <a:off x="1955295" y="1262279"/>
            <a:ext cx="3324371" cy="2627232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838663-A9AC-2410-55D2-9EDD38991679}"/>
              </a:ext>
            </a:extLst>
          </p:cNvPr>
          <p:cNvSpPr/>
          <p:nvPr/>
        </p:nvSpPr>
        <p:spPr>
          <a:xfrm>
            <a:off x="1955295" y="3921315"/>
            <a:ext cx="3324371" cy="1634674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F7F54-E309-6CE8-9EB9-CC0C44E83650}"/>
              </a:ext>
            </a:extLst>
          </p:cNvPr>
          <p:cNvSpPr txBox="1"/>
          <p:nvPr/>
        </p:nvSpPr>
        <p:spPr>
          <a:xfrm>
            <a:off x="5785043" y="1472314"/>
            <a:ext cx="221541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dirty="0"/>
              <a:t>[</a:t>
            </a:r>
          </a:p>
          <a:p>
            <a:r>
              <a:rPr lang="en-US" sz="400" dirty="0"/>
              <a:t>  {</a:t>
            </a:r>
          </a:p>
          <a:p>
            <a:r>
              <a:rPr lang="en-US" sz="400" dirty="0"/>
              <a:t>    "signal": "</a:t>
            </a:r>
            <a:r>
              <a:rPr lang="en-US" sz="400" dirty="0" err="1"/>
              <a:t>clk_i</a:t>
            </a:r>
            <a:r>
              <a:rPr lang="en-US" sz="400" dirty="0"/>
              <a:t>",</a:t>
            </a:r>
          </a:p>
          <a:p>
            <a:r>
              <a:rPr lang="en-US" sz="400" dirty="0"/>
              <a:t>    "direction": "in",</a:t>
            </a:r>
          </a:p>
          <a:p>
            <a:r>
              <a:rPr lang="en-US" sz="400" dirty="0"/>
              <a:t>    "description": "Subsystem Clock",</a:t>
            </a:r>
          </a:p>
          <a:p>
            <a:r>
              <a:rPr lang="en-US" sz="400" dirty="0"/>
              <a:t>    "unit": "SUBSYSTEM",</a:t>
            </a:r>
          </a:p>
          <a:p>
            <a:r>
              <a:rPr lang="en-US" sz="400" dirty="0"/>
              <a:t>    "type": "logic"</a:t>
            </a:r>
          </a:p>
          <a:p>
            <a:r>
              <a:rPr lang="en-US" sz="400" dirty="0"/>
              <a:t>  },</a:t>
            </a:r>
          </a:p>
          <a:p>
            <a:r>
              <a:rPr lang="en-US" sz="400" dirty="0"/>
              <a:t>  {</a:t>
            </a:r>
          </a:p>
          <a:p>
            <a:r>
              <a:rPr lang="en-US" sz="400" dirty="0"/>
              <a:t>    "signal": "</a:t>
            </a:r>
            <a:r>
              <a:rPr lang="en-US" sz="400" dirty="0" err="1"/>
              <a:t>rst_ni</a:t>
            </a:r>
            <a:r>
              <a:rPr lang="en-US" sz="400" dirty="0"/>
              <a:t>",</a:t>
            </a:r>
          </a:p>
          <a:p>
            <a:r>
              <a:rPr lang="en-US" sz="400" dirty="0"/>
              <a:t>    "direction": "in",</a:t>
            </a:r>
          </a:p>
          <a:p>
            <a:r>
              <a:rPr lang="en-US" sz="400" dirty="0"/>
              <a:t>    "description": "Asynchronous reset active low",</a:t>
            </a:r>
          </a:p>
          <a:p>
            <a:r>
              <a:rPr lang="en-US" sz="400" dirty="0"/>
              <a:t>    "unit": "SUBSYSTEM",</a:t>
            </a:r>
          </a:p>
          <a:p>
            <a:r>
              <a:rPr lang="en-US" sz="400" dirty="0"/>
              <a:t>    "type": "logic"</a:t>
            </a:r>
          </a:p>
          <a:p>
            <a:r>
              <a:rPr lang="en-US" sz="400" dirty="0"/>
              <a:t>  },</a:t>
            </a:r>
          </a:p>
          <a:p>
            <a:r>
              <a:rPr lang="en-US" sz="400" dirty="0"/>
              <a:t>  {</a:t>
            </a:r>
          </a:p>
          <a:p>
            <a:r>
              <a:rPr lang="en-US" sz="400" dirty="0"/>
              <a:t>    "signal": "</a:t>
            </a:r>
            <a:r>
              <a:rPr lang="en-US" sz="400" dirty="0" err="1"/>
              <a:t>vpc_i</a:t>
            </a:r>
            <a:r>
              <a:rPr lang="en-US" sz="400" dirty="0"/>
              <a:t>",</a:t>
            </a:r>
          </a:p>
          <a:p>
            <a:r>
              <a:rPr lang="en-US" sz="400" dirty="0"/>
              <a:t>    "direction": "in",</a:t>
            </a:r>
          </a:p>
          <a:p>
            <a:r>
              <a:rPr lang="en-US" sz="400" dirty="0"/>
              <a:t>    "description": "Virtual PC",</a:t>
            </a:r>
          </a:p>
          <a:p>
            <a:r>
              <a:rPr lang="en-US" sz="400" dirty="0"/>
              <a:t>    "unit": "CACHE",</a:t>
            </a:r>
          </a:p>
          <a:p>
            <a:r>
              <a:rPr lang="en-US" sz="400" dirty="0"/>
              <a:t>    "type": "logic[CVA6Cfg.VLEN-1:0]"</a:t>
            </a:r>
          </a:p>
          <a:p>
            <a:r>
              <a:rPr lang="en-US" sz="400" dirty="0"/>
              <a:t>  },</a:t>
            </a:r>
          </a:p>
          <a:p>
            <a:r>
              <a:rPr lang="en-US" sz="400" dirty="0"/>
              <a:t>  {</a:t>
            </a:r>
          </a:p>
          <a:p>
            <a:r>
              <a:rPr lang="en-US" sz="400" dirty="0"/>
              <a:t>    "signal": "</a:t>
            </a:r>
            <a:r>
              <a:rPr lang="en-US" sz="400" dirty="0" err="1"/>
              <a:t>bht_update_i</a:t>
            </a:r>
            <a:r>
              <a:rPr lang="en-US" sz="400" dirty="0"/>
              <a:t>",</a:t>
            </a:r>
          </a:p>
          <a:p>
            <a:r>
              <a:rPr lang="en-US" sz="400" dirty="0"/>
              <a:t>    "direction": "in",</a:t>
            </a:r>
          </a:p>
          <a:p>
            <a:r>
              <a:rPr lang="en-US" sz="400" dirty="0"/>
              <a:t>    "description": "Update </a:t>
            </a:r>
            <a:r>
              <a:rPr lang="en-US" sz="400" dirty="0" err="1"/>
              <a:t>bht</a:t>
            </a:r>
            <a:r>
              <a:rPr lang="en-US" sz="400" dirty="0"/>
              <a:t> with resolved address",</a:t>
            </a:r>
          </a:p>
          <a:p>
            <a:r>
              <a:rPr lang="en-US" sz="400" dirty="0"/>
              <a:t>    "unit": "EXECUTE",</a:t>
            </a:r>
          </a:p>
          <a:p>
            <a:r>
              <a:rPr lang="en-US" sz="400" dirty="0"/>
              <a:t>    "type": "</a:t>
            </a:r>
            <a:r>
              <a:rPr lang="en-US" sz="400" dirty="0" err="1"/>
              <a:t>bht_update_t</a:t>
            </a:r>
            <a:r>
              <a:rPr lang="en-US" sz="400" dirty="0"/>
              <a:t>"</a:t>
            </a:r>
          </a:p>
          <a:p>
            <a:r>
              <a:rPr lang="en-US" sz="400" dirty="0"/>
              <a:t>  },</a:t>
            </a:r>
          </a:p>
          <a:p>
            <a:r>
              <a:rPr lang="en-US" sz="400" dirty="0"/>
              <a:t>  {</a:t>
            </a:r>
          </a:p>
          <a:p>
            <a:r>
              <a:rPr lang="en-US" sz="400" dirty="0"/>
              <a:t>    "signal": "</a:t>
            </a:r>
            <a:r>
              <a:rPr lang="en-US" sz="400" dirty="0" err="1"/>
              <a:t>bht_prediction_o</a:t>
            </a:r>
            <a:r>
              <a:rPr lang="en-US" sz="400" dirty="0"/>
              <a:t>",</a:t>
            </a:r>
          </a:p>
          <a:p>
            <a:r>
              <a:rPr lang="en-US" sz="400" dirty="0"/>
              <a:t>    "direction": "out",</a:t>
            </a:r>
          </a:p>
          <a:p>
            <a:r>
              <a:rPr lang="en-US" sz="400" dirty="0"/>
              <a:t>    "description": "Prediction from </a:t>
            </a:r>
            <a:r>
              <a:rPr lang="en-US" sz="400" dirty="0" err="1"/>
              <a:t>bht</a:t>
            </a:r>
            <a:r>
              <a:rPr lang="en-US" sz="400" dirty="0"/>
              <a:t>",</a:t>
            </a:r>
          </a:p>
          <a:p>
            <a:r>
              <a:rPr lang="en-US" sz="400" dirty="0"/>
              <a:t>    "unit": "FRONT END",</a:t>
            </a:r>
          </a:p>
          <a:p>
            <a:r>
              <a:rPr lang="en-US" sz="400" dirty="0"/>
              <a:t>    "type": "</a:t>
            </a:r>
            <a:r>
              <a:rPr lang="en-US" sz="400" dirty="0" err="1"/>
              <a:t>ariane_pkg</a:t>
            </a:r>
            <a:r>
              <a:rPr lang="en-US" sz="400" dirty="0"/>
              <a:t>::</a:t>
            </a:r>
            <a:r>
              <a:rPr lang="en-US" sz="400" dirty="0" err="1"/>
              <a:t>bht_prediction_t</a:t>
            </a:r>
            <a:r>
              <a:rPr lang="en-US" sz="400" dirty="0"/>
              <a:t>[CVA6Cfg.INSTR_PER_FETCH-1:0]"</a:t>
            </a:r>
          </a:p>
          <a:p>
            <a:r>
              <a:rPr lang="en-US" sz="400" dirty="0"/>
              <a:t>  }</a:t>
            </a:r>
          </a:p>
          <a:p>
            <a:r>
              <a:rPr lang="en-US" sz="400" dirty="0"/>
              <a:t>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DE730F-3C32-8937-04C8-30051C00E0AB}"/>
              </a:ext>
            </a:extLst>
          </p:cNvPr>
          <p:cNvSpPr/>
          <p:nvPr/>
        </p:nvSpPr>
        <p:spPr>
          <a:xfrm>
            <a:off x="5734006" y="893508"/>
            <a:ext cx="3233256" cy="50709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7FC4D-9BF9-1F9D-F16A-554350942E26}"/>
              </a:ext>
            </a:extLst>
          </p:cNvPr>
          <p:cNvSpPr txBox="1"/>
          <p:nvPr/>
        </p:nvSpPr>
        <p:spPr>
          <a:xfrm>
            <a:off x="6762571" y="524176"/>
            <a:ext cx="8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3EE4C-F7F6-4460-D21C-0A957B59E7A3}"/>
              </a:ext>
            </a:extLst>
          </p:cNvPr>
          <p:cNvSpPr txBox="1"/>
          <p:nvPr/>
        </p:nvSpPr>
        <p:spPr>
          <a:xfrm>
            <a:off x="614613" y="524176"/>
            <a:ext cx="79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295277-462B-E03D-FBFB-0438CCB26964}"/>
              </a:ext>
            </a:extLst>
          </p:cNvPr>
          <p:cNvSpPr/>
          <p:nvPr/>
        </p:nvSpPr>
        <p:spPr>
          <a:xfrm>
            <a:off x="538884" y="893508"/>
            <a:ext cx="841704" cy="50709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2E6DE-5529-024B-4B5D-9FD719691F47}"/>
              </a:ext>
            </a:extLst>
          </p:cNvPr>
          <p:cNvSpPr txBox="1"/>
          <p:nvPr/>
        </p:nvSpPr>
        <p:spPr>
          <a:xfrm>
            <a:off x="2998304" y="524176"/>
            <a:ext cx="79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292830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C558-F54E-A95B-CEE8-0452510D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cument with text on it&#10;&#10;Description automatically generated">
            <a:extLst>
              <a:ext uri="{FF2B5EF4-FFF2-40B4-BE49-F238E27FC236}">
                <a16:creationId xmlns:a16="http://schemas.microsoft.com/office/drawing/2014/main" id="{3A131544-A9D6-EBF4-50E4-C9094F92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82" y="409613"/>
            <a:ext cx="4884926" cy="63216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3919C-801C-187F-AD68-E951643D930E}"/>
              </a:ext>
            </a:extLst>
          </p:cNvPr>
          <p:cNvSpPr txBox="1"/>
          <p:nvPr/>
        </p:nvSpPr>
        <p:spPr>
          <a:xfrm>
            <a:off x="247556" y="871146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Section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B6A63-7A80-D60E-4701-AEF5AF9154B4}"/>
              </a:ext>
            </a:extLst>
          </p:cNvPr>
          <p:cNvSpPr txBox="1"/>
          <p:nvPr/>
        </p:nvSpPr>
        <p:spPr>
          <a:xfrm>
            <a:off x="364746" y="1259920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78D1D-CC7B-D917-A59C-DEF7DF58D498}"/>
              </a:ext>
            </a:extLst>
          </p:cNvPr>
          <p:cNvSpPr/>
          <p:nvPr/>
        </p:nvSpPr>
        <p:spPr>
          <a:xfrm>
            <a:off x="1980963" y="912419"/>
            <a:ext cx="2329732" cy="276999"/>
          </a:xfrm>
          <a:prstGeom prst="rect">
            <a:avLst/>
          </a:prstGeom>
          <a:solidFill>
            <a:srgbClr val="C00000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84B51C-2AD8-E96E-1E22-5D3C032596E8}"/>
              </a:ext>
            </a:extLst>
          </p:cNvPr>
          <p:cNvSpPr/>
          <p:nvPr/>
        </p:nvSpPr>
        <p:spPr>
          <a:xfrm>
            <a:off x="1980963" y="1279504"/>
            <a:ext cx="4200353" cy="730310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35AE9-9062-969A-55F2-8EABEFE53C1E}"/>
              </a:ext>
            </a:extLst>
          </p:cNvPr>
          <p:cNvSpPr/>
          <p:nvPr/>
        </p:nvSpPr>
        <p:spPr>
          <a:xfrm>
            <a:off x="1980963" y="2009814"/>
            <a:ext cx="4348015" cy="233056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BDBD6-43AB-EED1-9817-4E9961B23E8C}"/>
              </a:ext>
            </a:extLst>
          </p:cNvPr>
          <p:cNvSpPr/>
          <p:nvPr/>
        </p:nvSpPr>
        <p:spPr>
          <a:xfrm>
            <a:off x="1980962" y="2248186"/>
            <a:ext cx="4348015" cy="233056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8905BD-9441-84FD-3E74-5CD2975B54C2}"/>
              </a:ext>
            </a:extLst>
          </p:cNvPr>
          <p:cNvSpPr/>
          <p:nvPr/>
        </p:nvSpPr>
        <p:spPr>
          <a:xfrm>
            <a:off x="1980962" y="2480487"/>
            <a:ext cx="4348015" cy="309131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EF6C3-9E55-6C53-D057-E956B5FE1976}"/>
              </a:ext>
            </a:extLst>
          </p:cNvPr>
          <p:cNvSpPr/>
          <p:nvPr/>
        </p:nvSpPr>
        <p:spPr>
          <a:xfrm>
            <a:off x="1980962" y="2816199"/>
            <a:ext cx="4348015" cy="233056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4BCD5A-3A77-E221-1CE0-A528691DDADF}"/>
              </a:ext>
            </a:extLst>
          </p:cNvPr>
          <p:cNvSpPr/>
          <p:nvPr/>
        </p:nvSpPr>
        <p:spPr>
          <a:xfrm>
            <a:off x="1980962" y="3068582"/>
            <a:ext cx="4348015" cy="185037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CC5B0-780B-2CDC-2DE1-691C1F5C28C3}"/>
              </a:ext>
            </a:extLst>
          </p:cNvPr>
          <p:cNvSpPr/>
          <p:nvPr/>
        </p:nvSpPr>
        <p:spPr>
          <a:xfrm>
            <a:off x="1980962" y="3272946"/>
            <a:ext cx="4348015" cy="267064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DE5F70-3B00-4DF3-5D91-E315973C8A3C}"/>
              </a:ext>
            </a:extLst>
          </p:cNvPr>
          <p:cNvSpPr/>
          <p:nvPr/>
        </p:nvSpPr>
        <p:spPr>
          <a:xfrm>
            <a:off x="1980962" y="3540010"/>
            <a:ext cx="4348015" cy="303061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8B9074-FA92-36D7-26EA-A3C2C39B0A72}"/>
              </a:ext>
            </a:extLst>
          </p:cNvPr>
          <p:cNvSpPr/>
          <p:nvPr/>
        </p:nvSpPr>
        <p:spPr>
          <a:xfrm>
            <a:off x="1980962" y="3867634"/>
            <a:ext cx="4348015" cy="242502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22878-B9EF-2B3C-2C9D-11AB58633C75}"/>
              </a:ext>
            </a:extLst>
          </p:cNvPr>
          <p:cNvSpPr/>
          <p:nvPr/>
        </p:nvSpPr>
        <p:spPr>
          <a:xfrm>
            <a:off x="1980962" y="4132768"/>
            <a:ext cx="4348015" cy="317013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7E089-2C74-5EFB-84BA-AAF6A64EEFAD}"/>
              </a:ext>
            </a:extLst>
          </p:cNvPr>
          <p:cNvSpPr/>
          <p:nvPr/>
        </p:nvSpPr>
        <p:spPr>
          <a:xfrm>
            <a:off x="1980962" y="4471620"/>
            <a:ext cx="4348015" cy="275873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DFE8E4-5F22-8AAA-8896-70EDF38DBFE9}"/>
              </a:ext>
            </a:extLst>
          </p:cNvPr>
          <p:cNvSpPr/>
          <p:nvPr/>
        </p:nvSpPr>
        <p:spPr>
          <a:xfrm>
            <a:off x="1980962" y="4912298"/>
            <a:ext cx="4348015" cy="526312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AFA239-BF32-2D88-7EFB-79FF92D0EAF8}"/>
              </a:ext>
            </a:extLst>
          </p:cNvPr>
          <p:cNvSpPr/>
          <p:nvPr/>
        </p:nvSpPr>
        <p:spPr>
          <a:xfrm>
            <a:off x="1980962" y="5460535"/>
            <a:ext cx="4348015" cy="578813"/>
          </a:xfrm>
          <a:prstGeom prst="rect">
            <a:avLst/>
          </a:prstGeom>
          <a:solidFill>
            <a:schemeClr val="accent4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06F09-AC1C-B991-0623-F00EDF527B1D}"/>
              </a:ext>
            </a:extLst>
          </p:cNvPr>
          <p:cNvSpPr txBox="1"/>
          <p:nvPr/>
        </p:nvSpPr>
        <p:spPr>
          <a:xfrm>
            <a:off x="197498" y="2008928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BDDC8C-7D25-7CD0-3D74-E28594A49813}"/>
              </a:ext>
            </a:extLst>
          </p:cNvPr>
          <p:cNvSpPr txBox="1"/>
          <p:nvPr/>
        </p:nvSpPr>
        <p:spPr>
          <a:xfrm>
            <a:off x="197498" y="2242829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DF0C2B-B0FC-BE70-EC66-8F2B0372FE5D}"/>
              </a:ext>
            </a:extLst>
          </p:cNvPr>
          <p:cNvSpPr txBox="1"/>
          <p:nvPr/>
        </p:nvSpPr>
        <p:spPr>
          <a:xfrm>
            <a:off x="197498" y="2509477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FB919E-E51D-65F6-74CC-2AE1F7E18941}"/>
              </a:ext>
            </a:extLst>
          </p:cNvPr>
          <p:cNvSpPr txBox="1"/>
          <p:nvPr/>
        </p:nvSpPr>
        <p:spPr>
          <a:xfrm>
            <a:off x="197498" y="2830467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C98BE6-4B08-3931-4851-13A36846D42C}"/>
              </a:ext>
            </a:extLst>
          </p:cNvPr>
          <p:cNvSpPr txBox="1"/>
          <p:nvPr/>
        </p:nvSpPr>
        <p:spPr>
          <a:xfrm>
            <a:off x="197498" y="3064368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222100-6995-CB25-850C-74C36F54C077}"/>
              </a:ext>
            </a:extLst>
          </p:cNvPr>
          <p:cNvSpPr txBox="1"/>
          <p:nvPr/>
        </p:nvSpPr>
        <p:spPr>
          <a:xfrm>
            <a:off x="197498" y="3262093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4C5D64-89D7-C27C-CE19-30BE3641907F}"/>
              </a:ext>
            </a:extLst>
          </p:cNvPr>
          <p:cNvSpPr txBox="1"/>
          <p:nvPr/>
        </p:nvSpPr>
        <p:spPr>
          <a:xfrm>
            <a:off x="197498" y="3529635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2F85FD-19B4-1241-3CD4-C2969E4999C8}"/>
              </a:ext>
            </a:extLst>
          </p:cNvPr>
          <p:cNvSpPr txBox="1"/>
          <p:nvPr/>
        </p:nvSpPr>
        <p:spPr>
          <a:xfrm>
            <a:off x="165928" y="3927141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7DCED-399A-0ADE-34CE-A7AA2F53048C}"/>
              </a:ext>
            </a:extLst>
          </p:cNvPr>
          <p:cNvSpPr txBox="1"/>
          <p:nvPr/>
        </p:nvSpPr>
        <p:spPr>
          <a:xfrm>
            <a:off x="165928" y="4161042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A6859C-6284-F8BF-777A-864E882E4B7C}"/>
              </a:ext>
            </a:extLst>
          </p:cNvPr>
          <p:cNvSpPr txBox="1"/>
          <p:nvPr/>
        </p:nvSpPr>
        <p:spPr>
          <a:xfrm>
            <a:off x="197498" y="4438041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9D7FBA-BF61-9C16-B0D1-3CC2899A93BB}"/>
              </a:ext>
            </a:extLst>
          </p:cNvPr>
          <p:cNvSpPr txBox="1"/>
          <p:nvPr/>
        </p:nvSpPr>
        <p:spPr>
          <a:xfrm>
            <a:off x="197498" y="4835547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09FADC-8923-5547-CF89-4FE98EC7B219}"/>
              </a:ext>
            </a:extLst>
          </p:cNvPr>
          <p:cNvSpPr txBox="1"/>
          <p:nvPr/>
        </p:nvSpPr>
        <p:spPr>
          <a:xfrm>
            <a:off x="197498" y="5398079"/>
            <a:ext cx="10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Requirement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BFEAA6-436A-F041-4CFE-8A397F116F5F}"/>
              </a:ext>
            </a:extLst>
          </p:cNvPr>
          <p:cNvSpPr/>
          <p:nvPr/>
        </p:nvSpPr>
        <p:spPr>
          <a:xfrm>
            <a:off x="1980962" y="4768601"/>
            <a:ext cx="4178047" cy="143697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D85A5A-B41A-D0C5-465A-6C48B92E29D8}"/>
              </a:ext>
            </a:extLst>
          </p:cNvPr>
          <p:cNvSpPr txBox="1"/>
          <p:nvPr/>
        </p:nvSpPr>
        <p:spPr>
          <a:xfrm>
            <a:off x="371891" y="4595755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612F97-7A27-ECDF-2C75-2F0E165D4937}"/>
              </a:ext>
            </a:extLst>
          </p:cNvPr>
          <p:cNvSpPr txBox="1"/>
          <p:nvPr/>
        </p:nvSpPr>
        <p:spPr>
          <a:xfrm>
            <a:off x="75729" y="0"/>
            <a:ext cx="7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50CEC1-43BD-1BE8-D828-9671484EDC91}"/>
              </a:ext>
            </a:extLst>
          </p:cNvPr>
          <p:cNvSpPr/>
          <p:nvPr/>
        </p:nvSpPr>
        <p:spPr>
          <a:xfrm>
            <a:off x="75730" y="409613"/>
            <a:ext cx="1434028" cy="63216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A178D5-708B-64BB-0376-4C30058B1C9C}"/>
              </a:ext>
            </a:extLst>
          </p:cNvPr>
          <p:cNvSpPr txBox="1"/>
          <p:nvPr/>
        </p:nvSpPr>
        <p:spPr>
          <a:xfrm>
            <a:off x="3543993" y="64762"/>
            <a:ext cx="7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58870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F045-3A18-604B-8FC9-98D0E8A0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a few tables&#10;&#10;Description automatically generated with medium confidence">
            <a:extLst>
              <a:ext uri="{FF2B5EF4-FFF2-40B4-BE49-F238E27FC236}">
                <a16:creationId xmlns:a16="http://schemas.microsoft.com/office/drawing/2014/main" id="{43AA0BD1-F068-67D2-A31A-3990B6825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97" y="726765"/>
            <a:ext cx="4176181" cy="540446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8E96D3-4776-5246-50C0-A3C5585BE4AA}"/>
              </a:ext>
            </a:extLst>
          </p:cNvPr>
          <p:cNvSpPr txBox="1"/>
          <p:nvPr/>
        </p:nvSpPr>
        <p:spPr>
          <a:xfrm>
            <a:off x="-130779" y="1102172"/>
            <a:ext cx="1345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Section 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C5A93-97EE-3873-4119-36DE0F05F7F7}"/>
              </a:ext>
            </a:extLst>
          </p:cNvPr>
          <p:cNvSpPr/>
          <p:nvPr/>
        </p:nvSpPr>
        <p:spPr>
          <a:xfrm>
            <a:off x="1517580" y="1116759"/>
            <a:ext cx="2329732" cy="276999"/>
          </a:xfrm>
          <a:prstGeom prst="rect">
            <a:avLst/>
          </a:prstGeom>
          <a:solidFill>
            <a:srgbClr val="C00000">
              <a:alpha val="2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7B757-B66C-CF79-5D8C-46EE210F8E6F}"/>
              </a:ext>
            </a:extLst>
          </p:cNvPr>
          <p:cNvSpPr txBox="1"/>
          <p:nvPr/>
        </p:nvSpPr>
        <p:spPr>
          <a:xfrm>
            <a:off x="215635" y="1419593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1CB993-DF76-0D3E-AB60-98D99CCB14DC}"/>
              </a:ext>
            </a:extLst>
          </p:cNvPr>
          <p:cNvSpPr/>
          <p:nvPr/>
        </p:nvSpPr>
        <p:spPr>
          <a:xfrm>
            <a:off x="1517580" y="1419593"/>
            <a:ext cx="3656113" cy="551614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9A8ECD-B27A-5A13-C874-0E3746DF70C9}"/>
              </a:ext>
            </a:extLst>
          </p:cNvPr>
          <p:cNvSpPr txBox="1"/>
          <p:nvPr/>
        </p:nvSpPr>
        <p:spPr>
          <a:xfrm>
            <a:off x="462446" y="1971207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FA68B2-041C-8BAC-7B2B-EBCE5BB55BF9}"/>
              </a:ext>
            </a:extLst>
          </p:cNvPr>
          <p:cNvSpPr/>
          <p:nvPr/>
        </p:nvSpPr>
        <p:spPr>
          <a:xfrm>
            <a:off x="1465114" y="2003297"/>
            <a:ext cx="3708579" cy="919785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FBBA4-F34C-5D6E-0768-1A01E31E66FF}"/>
              </a:ext>
            </a:extLst>
          </p:cNvPr>
          <p:cNvSpPr/>
          <p:nvPr/>
        </p:nvSpPr>
        <p:spPr>
          <a:xfrm>
            <a:off x="1465114" y="2910069"/>
            <a:ext cx="3656113" cy="245361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D92BAB-9F21-DBC2-0F1F-7FBDAD43219E}"/>
              </a:ext>
            </a:extLst>
          </p:cNvPr>
          <p:cNvSpPr txBox="1"/>
          <p:nvPr/>
        </p:nvSpPr>
        <p:spPr>
          <a:xfrm>
            <a:off x="225637" y="2878431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FF7DB1-73F8-B581-86AF-3C273C3B3C2C}"/>
              </a:ext>
            </a:extLst>
          </p:cNvPr>
          <p:cNvSpPr/>
          <p:nvPr/>
        </p:nvSpPr>
        <p:spPr>
          <a:xfrm>
            <a:off x="75730" y="726765"/>
            <a:ext cx="1041701" cy="54044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F290FF-B813-4B70-EC25-7FACE5255275}"/>
              </a:ext>
            </a:extLst>
          </p:cNvPr>
          <p:cNvSpPr txBox="1"/>
          <p:nvPr/>
        </p:nvSpPr>
        <p:spPr>
          <a:xfrm>
            <a:off x="158468" y="379614"/>
            <a:ext cx="7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6F61B-315C-0C36-DED6-99318B2D12EC}"/>
              </a:ext>
            </a:extLst>
          </p:cNvPr>
          <p:cNvSpPr txBox="1"/>
          <p:nvPr/>
        </p:nvSpPr>
        <p:spPr>
          <a:xfrm>
            <a:off x="2491285" y="335022"/>
            <a:ext cx="7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79E95B-2DA0-DA44-395D-D47FF00F4087}"/>
              </a:ext>
            </a:extLst>
          </p:cNvPr>
          <p:cNvSpPr/>
          <p:nvPr/>
        </p:nvSpPr>
        <p:spPr>
          <a:xfrm>
            <a:off x="5438638" y="726765"/>
            <a:ext cx="2743828" cy="54044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A50973-112A-6A78-418F-DC7BCDE53AD2}"/>
              </a:ext>
            </a:extLst>
          </p:cNvPr>
          <p:cNvSpPr txBox="1"/>
          <p:nvPr/>
        </p:nvSpPr>
        <p:spPr>
          <a:xfrm>
            <a:off x="5521376" y="379614"/>
            <a:ext cx="7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2E16FA-8E84-D7AD-FC03-456FC0B99285}"/>
              </a:ext>
            </a:extLst>
          </p:cNvPr>
          <p:cNvSpPr txBox="1"/>
          <p:nvPr/>
        </p:nvSpPr>
        <p:spPr>
          <a:xfrm>
            <a:off x="5424391" y="1062549"/>
            <a:ext cx="247527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[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"0x8000_0000-0x8000_00FF",</a:t>
            </a:r>
          </a:p>
          <a:p>
            <a:r>
              <a:rPr lang="en-US" sz="700" dirty="0"/>
              <a:t>    "Outcome": "taken",</a:t>
            </a:r>
          </a:p>
          <a:p>
            <a:r>
              <a:rPr lang="en-US" sz="700" dirty="0"/>
              <a:t>    "Count": 124,</a:t>
            </a:r>
          </a:p>
          <a:p>
            <a:r>
              <a:rPr lang="en-US" sz="700" dirty="0"/>
              <a:t>    "Accuracy": "91.2%"</a:t>
            </a:r>
          </a:p>
          <a:p>
            <a:r>
              <a:rPr lang="en-US" sz="700" dirty="0"/>
              <a:t>  },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"0x8000_0100-0x8000_01FF",</a:t>
            </a:r>
          </a:p>
          <a:p>
            <a:r>
              <a:rPr lang="en-US" sz="700" dirty="0"/>
              <a:t>    "Outcome": "not-taken",</a:t>
            </a:r>
          </a:p>
          <a:p>
            <a:r>
              <a:rPr lang="en-US" sz="700" dirty="0"/>
              <a:t>    "Count": 98,</a:t>
            </a:r>
          </a:p>
          <a:p>
            <a:r>
              <a:rPr lang="en-US" sz="700" dirty="0"/>
              <a:t>    "Accuracy": "88.4%"</a:t>
            </a:r>
          </a:p>
          <a:p>
            <a:r>
              <a:rPr lang="en-US" sz="700" dirty="0"/>
              <a:t>  },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"0x8000_0200-0x8000_02FF",</a:t>
            </a:r>
          </a:p>
          <a:p>
            <a:r>
              <a:rPr lang="en-US" sz="700" dirty="0"/>
              <a:t>    "Outcome": "taken",</a:t>
            </a:r>
          </a:p>
          <a:p>
            <a:r>
              <a:rPr lang="en-US" sz="700" dirty="0"/>
              <a:t>    "Count": 206,</a:t>
            </a:r>
          </a:p>
          <a:p>
            <a:r>
              <a:rPr lang="en-US" sz="700" dirty="0"/>
              <a:t>    "Accuracy": "93.7%"</a:t>
            </a:r>
          </a:p>
          <a:p>
            <a:r>
              <a:rPr lang="en-US" sz="700" dirty="0"/>
              <a:t>  },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"0x8000_0300-0x8000_03FF",</a:t>
            </a:r>
          </a:p>
          <a:p>
            <a:r>
              <a:rPr lang="en-US" sz="700" dirty="0"/>
              <a:t>    "Outcome": "taken",</a:t>
            </a:r>
          </a:p>
          <a:p>
            <a:r>
              <a:rPr lang="en-US" sz="700" dirty="0"/>
              <a:t>    "Count": 151,</a:t>
            </a:r>
          </a:p>
          <a:p>
            <a:r>
              <a:rPr lang="en-US" sz="700" dirty="0"/>
              <a:t>    "Accuracy": "89.6%"</a:t>
            </a:r>
          </a:p>
          <a:p>
            <a:r>
              <a:rPr lang="en-US" sz="700" dirty="0"/>
              <a:t>  },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"0x8000_0400-0x8000_04FF",</a:t>
            </a:r>
          </a:p>
          <a:p>
            <a:r>
              <a:rPr lang="en-US" sz="700" dirty="0"/>
              <a:t>    "Outcome": "not-taken",</a:t>
            </a:r>
          </a:p>
          <a:p>
            <a:r>
              <a:rPr lang="en-US" sz="700" dirty="0"/>
              <a:t>    "Count": 74,</a:t>
            </a:r>
          </a:p>
          <a:p>
            <a:r>
              <a:rPr lang="en-US" sz="700" dirty="0"/>
              <a:t>    "Accuracy": "86.1%"</a:t>
            </a:r>
          </a:p>
          <a:p>
            <a:r>
              <a:rPr lang="en-US" sz="700" dirty="0"/>
              <a:t>  },</a:t>
            </a:r>
          </a:p>
          <a:p>
            <a:r>
              <a:rPr lang="en-US" sz="700" dirty="0"/>
              <a:t>  {</a:t>
            </a:r>
          </a:p>
          <a:p>
            <a:r>
              <a:rPr lang="en-US" sz="700" dirty="0"/>
              <a:t>    "PC Range": "0x8000_0500-0x8000_05FF",</a:t>
            </a:r>
          </a:p>
          <a:p>
            <a:r>
              <a:rPr lang="en-US" sz="700" dirty="0"/>
              <a:t>    "Outcome": "taken",</a:t>
            </a:r>
          </a:p>
          <a:p>
            <a:r>
              <a:rPr lang="en-US" sz="700" dirty="0"/>
              <a:t>    "Count": 132,</a:t>
            </a:r>
          </a:p>
          <a:p>
            <a:r>
              <a:rPr lang="en-US" sz="700" dirty="0"/>
              <a:t>    "Accuracy": "92.0%"</a:t>
            </a:r>
          </a:p>
          <a:p>
            <a:r>
              <a:rPr lang="en-US" sz="700" dirty="0"/>
              <a:t>  }</a:t>
            </a:r>
          </a:p>
          <a:p>
            <a:r>
              <a:rPr lang="en-US" sz="7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2101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EC44-C449-C61D-0C35-4F11F6C9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cument with numbers and text&#10;&#10;Description automatically generated">
            <a:extLst>
              <a:ext uri="{FF2B5EF4-FFF2-40B4-BE49-F238E27FC236}">
                <a16:creationId xmlns:a16="http://schemas.microsoft.com/office/drawing/2014/main" id="{4DBF69FB-9BD9-4A2C-8EB2-BAFDF6DD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049" y="475937"/>
            <a:ext cx="4563824" cy="59061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6E367-0BCA-6167-CE9D-80956B6A4CCF}"/>
              </a:ext>
            </a:extLst>
          </p:cNvPr>
          <p:cNvSpPr txBox="1"/>
          <p:nvPr/>
        </p:nvSpPr>
        <p:spPr>
          <a:xfrm>
            <a:off x="190833" y="1786498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Section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2D759-A22F-57F9-0DAD-D9568FB0BB36}"/>
              </a:ext>
            </a:extLst>
          </p:cNvPr>
          <p:cNvSpPr txBox="1"/>
          <p:nvPr/>
        </p:nvSpPr>
        <p:spPr>
          <a:xfrm>
            <a:off x="2570045" y="992373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4EF3E-E946-4AB3-422A-30108815A9C4}"/>
              </a:ext>
            </a:extLst>
          </p:cNvPr>
          <p:cNvSpPr/>
          <p:nvPr/>
        </p:nvSpPr>
        <p:spPr>
          <a:xfrm>
            <a:off x="3411750" y="936884"/>
            <a:ext cx="3656113" cy="547141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9E46F-2801-B43E-BEC6-CB8B5F51BBEA}"/>
              </a:ext>
            </a:extLst>
          </p:cNvPr>
          <p:cNvSpPr txBox="1"/>
          <p:nvPr/>
        </p:nvSpPr>
        <p:spPr>
          <a:xfrm>
            <a:off x="2721515" y="3009377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D32420-440F-C11A-200D-3C444E4646B8}"/>
              </a:ext>
            </a:extLst>
          </p:cNvPr>
          <p:cNvSpPr/>
          <p:nvPr/>
        </p:nvSpPr>
        <p:spPr>
          <a:xfrm>
            <a:off x="3411750" y="1501720"/>
            <a:ext cx="3708579" cy="1009132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764A7-C242-8D8A-1140-3A9BF76B137B}"/>
              </a:ext>
            </a:extLst>
          </p:cNvPr>
          <p:cNvSpPr txBox="1"/>
          <p:nvPr/>
        </p:nvSpPr>
        <p:spPr>
          <a:xfrm>
            <a:off x="2540062" y="3716110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39E929-8C51-4307-AEF2-9984ED79B549}"/>
              </a:ext>
            </a:extLst>
          </p:cNvPr>
          <p:cNvSpPr txBox="1"/>
          <p:nvPr/>
        </p:nvSpPr>
        <p:spPr>
          <a:xfrm>
            <a:off x="2612742" y="1501514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70543E-0000-9CA1-189D-9C7EB3524E67}"/>
              </a:ext>
            </a:extLst>
          </p:cNvPr>
          <p:cNvSpPr/>
          <p:nvPr/>
        </p:nvSpPr>
        <p:spPr>
          <a:xfrm>
            <a:off x="3422992" y="2514906"/>
            <a:ext cx="3656113" cy="547141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21DF04-BCF0-707E-0149-BE8B6C58FDC1}"/>
              </a:ext>
            </a:extLst>
          </p:cNvPr>
          <p:cNvSpPr txBox="1"/>
          <p:nvPr/>
        </p:nvSpPr>
        <p:spPr>
          <a:xfrm>
            <a:off x="2540063" y="2492741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D7D27A-2E26-A1A7-27F3-5C4CB4C13522}"/>
              </a:ext>
            </a:extLst>
          </p:cNvPr>
          <p:cNvSpPr/>
          <p:nvPr/>
        </p:nvSpPr>
        <p:spPr>
          <a:xfrm>
            <a:off x="3422992" y="3062047"/>
            <a:ext cx="4234881" cy="733907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A83327-7DC8-AA3D-8B85-E4E192FC0815}"/>
              </a:ext>
            </a:extLst>
          </p:cNvPr>
          <p:cNvSpPr/>
          <p:nvPr/>
        </p:nvSpPr>
        <p:spPr>
          <a:xfrm>
            <a:off x="3411749" y="3785638"/>
            <a:ext cx="3656113" cy="207471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D0C3A7-047D-D0CE-D10D-BBC10F2F5BFA}"/>
              </a:ext>
            </a:extLst>
          </p:cNvPr>
          <p:cNvSpPr txBox="1"/>
          <p:nvPr/>
        </p:nvSpPr>
        <p:spPr>
          <a:xfrm>
            <a:off x="2812401" y="4062637"/>
            <a:ext cx="537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4A90B8-17FF-B307-A2AE-1099658C40F0}"/>
              </a:ext>
            </a:extLst>
          </p:cNvPr>
          <p:cNvSpPr/>
          <p:nvPr/>
        </p:nvSpPr>
        <p:spPr>
          <a:xfrm>
            <a:off x="3422992" y="4034261"/>
            <a:ext cx="4234881" cy="733907"/>
          </a:xfrm>
          <a:prstGeom prst="rect">
            <a:avLst/>
          </a:prstGeom>
          <a:solidFill>
            <a:schemeClr val="accent2">
              <a:lumMod val="75000"/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A1C36C-2989-AD5C-7AA4-AF3303C17C56}"/>
              </a:ext>
            </a:extLst>
          </p:cNvPr>
          <p:cNvSpPr/>
          <p:nvPr/>
        </p:nvSpPr>
        <p:spPr>
          <a:xfrm>
            <a:off x="3422991" y="4760979"/>
            <a:ext cx="3656113" cy="118320"/>
          </a:xfrm>
          <a:prstGeom prst="rect">
            <a:avLst/>
          </a:prstGeom>
          <a:solidFill>
            <a:schemeClr val="accent3">
              <a:alpha val="207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1DD288-3ACA-61E6-C78B-1F64FB113642}"/>
              </a:ext>
            </a:extLst>
          </p:cNvPr>
          <p:cNvSpPr txBox="1"/>
          <p:nvPr/>
        </p:nvSpPr>
        <p:spPr>
          <a:xfrm>
            <a:off x="2529315" y="4594338"/>
            <a:ext cx="841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Text block</a:t>
            </a:r>
          </a:p>
        </p:txBody>
      </p:sp>
    </p:spTree>
    <p:extLst>
      <p:ext uri="{BB962C8B-B14F-4D97-AF65-F5344CB8AC3E}">
        <p14:creationId xmlns:p14="http://schemas.microsoft.com/office/powerpoint/2010/main" val="102331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517</Words>
  <Application>Microsoft Macintosh PowerPoint</Application>
  <PresentationFormat>Widescreen</PresentationFormat>
  <Paragraphs>123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Anderson</dc:creator>
  <cp:lastModifiedBy>Graham Anderson</cp:lastModifiedBy>
  <cp:revision>1</cp:revision>
  <dcterms:created xsi:type="dcterms:W3CDTF">2025-11-15T12:31:21Z</dcterms:created>
  <dcterms:modified xsi:type="dcterms:W3CDTF">2025-11-15T14:02:35Z</dcterms:modified>
</cp:coreProperties>
</file>